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工艺路线代码、物料代码系统(固定 CW)、客户代码、业务伙伴物料代码 (全须填写)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【豁免规则】若「物料号」包含 WX，则「保质期」不校验必填。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【内部一致】计划数据默认仓库 == 订货数据仓库。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【内部一致】计划数据计划员 == 订货数据计划员。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【枚举】单位集: A01。计划员 / 订货计划员: JA153, JA303... 等 7 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(15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说明：基于电镀速度和步距计算生产周期，并考虑 5% 的损耗，允许 10% 误差。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