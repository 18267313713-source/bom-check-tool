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**FL / FLD** 或包含连续 **RR**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表五数值范围与逻辑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模穴数：必须是正整数。</a:t>
            </a:r>
            <a:br/>
            <a:r>
              <a:t>• **重量约束**：产品塑胶重量 不能超过 产品理论重量。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43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6. 表二关联校验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若填写了「业务伙伴物料代码」，则「客户代码」必须同时填写。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858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949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7. 表三结构组合唯一性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BOM 结构中，「工程物料」与「组件」的配对该表中必须是唯一的，防止重复粘贴导致冗余。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