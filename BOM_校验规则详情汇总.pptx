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个)：字段之间互相独立，不再强制同填。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八、新增数据质量与防呆校验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提升数据规范性与系统稳定性的强化规则。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9/9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1. 防死循环逻辑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同一行中，父级「工程物料」严禁与子级「组件」完全相同，防止系统展开死循环。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2. 净数量特殊逻辑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一般物料：净数量必须 &gt; 0。</a:t>
            </a:r>
            <a:br/>
            <a:r>
              <a:t>• **特例**：组件代码末尾为 **FL / FLD** 或包含连续 **RR** 时，净数量**必须为负数** (如退料)。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3. 防重复工序 (表四)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同一个「制造物料」下，不允许存在重复的工序编号，确保工艺路线唯一。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4. 废品率与生产周期限制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表三废品率：禁止输入负数。</a:t>
            </a:r>
            <a:br/>
            <a:r>
              <a:t>• 表四生产周期：必须 &gt;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5. 表五数值范围强制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SPM、理论重量：必须 &gt; 0。</a:t>
            </a:r>
            <a:br/>
            <a:r>
              <a:t>• 回料百分比：必须在 0~100 之间。</a:t>
            </a:r>
            <a:br/>
            <a:r>
              <a:t>• 模穴数：必须是正整数 (1, 2...)。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