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BOM 自校验工具</a:t>
            </a:r>
          </a:p>
          <a:p>
            <a:pPr algn="ctr">
              <a:defRPr sz="2000">
                <a:solidFill>
                  <a:srgbClr val="88AACC"/>
                </a:solidFill>
              </a:defRPr>
            </a:pPr>
            <a:r>
              <a:t>全五张表格校验规则、枚举值、联动逻辑与公式详解</a:t>
            </a:r>
          </a:p>
          <a:p>
            <a:pPr algn="ctr">
              <a:defRPr sz="1600">
                <a:solidFill>
                  <a:srgbClr val="88AACC"/>
                </a:solidFill>
              </a:defRPr>
            </a:pPr>
            <a:r>
              <a:t>技术校验规范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一、全局与跨表通用校验规则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全局规则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所有数字的小数位数不得超过 6 位，超出均报错。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所有表格的「导入类型」仅允许填写枚举值：I, D, U。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跨表存在性校验 (以表一为核心)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表一的「工程物料」必须全部出现在：表二「物料号」、表三「工程物料」、表四「制造物料」、表五「物料」。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若表一在表二、三、四、五任何一处缺失，均报错。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31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单表关键字段重复检测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以下四表的对应主键字段禁止重复：表一「工程物料」、表二「物料号」、表四「制造物料」、表五「物料」。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表三「工程物料」允许重复（适配多子件场景）。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项目经理匹配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表一与表二的「项目经理」必须完全一致。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表一的「工程物料」必须与表二的「物料号」一一对应，其单位、物料类型、项目经理均必须完全一致。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时间逻辑与格式要求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903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表一的「生效时间」与表二的「生效时间」必须完全一致。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7269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 (生效时间)、表三/表四 (生效日期 &amp; 失效日期) 的填写格式必须为：YYYY-MM-DD HH:MM:SS。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7635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表三及表四中，「失效时间」必须严格晚于「生效时间」。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二、表一：BOM 物料清单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基础物料定义，作为全系统核心主数据。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说明 (禁双空格), 物料类型, 物料组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工程物料版本, 物料信号,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 (YYYY-MM-DD HH:MM:SS), 单位, 重量单位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工程物料版本说明, 材料, 尺寸, 标准,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【一致】表一单位/重单 与 表二对应物料必须一致。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【枚举】单位: PCS/MM; 重量单位: KG/G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【互斥联动】导入类型 = I &lt;-&gt; 物料信号 = GM。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【类型与组映射】类型 1/2/3 对应严格的物料组列表。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三、表二：物料通用数据和客户料号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通用数据配置与计划、订货数据设定。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物料号, 物料名称 (禁双空格), 物料类型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物料组, 单位集, 单位, 重量单位, 产品类型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产品分类, 物料信号, 商品代码,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批次控制 (1 或 2), 保质期/呆滞期, 计划/订货仓库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计划数据计划员, 订货数据计划员, 订货数据车间计划员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工艺路线代码、物料代码系统、客户代码、业务伙伴物料代码 (同填或同空)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原材料, 标准, 大小, 备注 1/2/3, 客户物料开票名称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导入结果, 项目编号, 项目系列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【跨表一致】表二「工程物料」对应的表一「单位、重量单位」必须一致。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【组校验】工艺代码/系统/客户/伙伴 (4 个)：不能部分填写。如果填了任意一个，四个必须全填。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【枚举】物料代码系统若填，必须为 CW。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四、表三：工程版本 BOM 审核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BOM 结构定义，重点管控废品率与虚拟件设置。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(13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版本, 类型, 组件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净数量, 是否虚拟, 子件仓库, 工序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生效时间、失效时间 (格式: YYYY-MM-DD HH:MM:SS)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允许「工程物料」在表内重复填写（多子件共用一物料）。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优先级1(禁止)】组件含 RR/FL/FLD 或为 PPM000100/0201/0300/0401 -&gt; 空白。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优先级2(填3.5)】组件含 ABS/COC/PP/PC/PBT... 等。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优先级3(填2.5)】工程物料或组件倒数两位为 P+数字 或 M+数字。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优先级4(填1.5)】标准金属牌号，如 SUS301-055 样式。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【虚拟件规则】组件为 PPM000100 或 0300，必须为 1；其余均为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【日期校验】失效时间必须严格晚于生效时间。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五、表四：物料工艺流程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工艺路线定义，强校验特征码与工艺描述的一致性。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(15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制造物料, 工艺流程, 工艺流程说明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工序, 任务, 工作中心, 机器, 计数点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生产周期 (分钟)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生效日期、失效日期 (格式: YYYY-MM-DD HH:MM:SS)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任务分类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【固定值字段】「工艺流程」必须固定填写 A10。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【特征码匹配】物料倒数第二位特征码 (S/P/M...) 必须与「工艺流程说明」包含对应词。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【工作中心校验】工作中心 == 机器代码。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【枚举】计数点 只能填写 1 或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【日期校验】失效日期必须严格晚于生效日期。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六、表五：物料扩展属性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扩展数据，核心是物料特征码 S/M/P 联动逻辑。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(7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物料, 产品行业，行业细分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产品理论重量, 产品应用，项目名称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物料开票名称, HS 编码, 密度, 料宽, 用金量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机台效率, 模具原因, 麦途物料号,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【跨表存在】表一所有物料必须出现在表五「物料」列。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【联动1】SPM 有值 -&gt; 步距必填。 联动2：电镀方式/类型必须同填。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【行业匹配】「产品行业」与「行业细分」开头的 3 位字符必须一致。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S】必填: SPM, PIN, 模号(含 CM), 理论边角料。禁填: 注塑相关。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M】必填: 模穴数, 注塑周期, 重量等。禁填: SPM。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P】必填: 电镀产速, 电镀方式, 电镀类型。禁填: 模具/注塑。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七、跨表数学公式 (表四 &lt;-&gt; 表五)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生产周期与其他扩展属性的精确匹配公式。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8/8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1. 冲压工艺周期公式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校验前提：表四工艺流程包含“冲压”且 SPM 已填。</a:t>
            </a:r>
            <a:br/>
            <a:r>
              <a:t>校验规则：( 生产周期(分钟) / 1.2 ) × SPM 必须等于 1。</a:t>
            </a:r>
            <a:br/>
            <a:r>
              <a:t>说明：校验生产节拍与标准周期是否匹配。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7180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2. 注塑工艺周期公式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校验前提：表四工艺流程包含“成型”或“注塑”。</a:t>
            </a:r>
            <a:br/>
            <a:r>
              <a:t>校验规则：表四「生产周期」 ≈ ( 注塑周期 / 模穴数 / 60 ) × 1.1。</a:t>
            </a:r>
            <a:br/>
            <a:r>
              <a:t>说明：根据注塑时间和一模出穴数倒推生产周期，允许极小误差。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8056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3. 电镀工艺周期公式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校验前提：表四工艺流程包含“电镀”。</a:t>
            </a:r>
            <a:br/>
            <a:r>
              <a:t>校验规则：表四「生产周期」 ≈ [ 1 / ( 电镀产速 × 1000 / 步距 ) ] × 1.05。</a:t>
            </a:r>
            <a:br/>
            <a:r>
              <a:t>说明：基于电镀速度和步距计算生产周期，并考虑 5% 的损耗，允许 10% 误差。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