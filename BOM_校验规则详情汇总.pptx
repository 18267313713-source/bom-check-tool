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个)：不能部分填写。如果填了任意一个，四个必须全填。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说明：基于电镀速度和步距计算生产周期，并考虑 5% 的损耗，允许 10% 误差。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