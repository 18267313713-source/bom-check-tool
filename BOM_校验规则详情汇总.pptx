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同一行中，父级「工程物料」严禁与子级「组件」完全相同，防止系统展开死循环。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净数量特殊逻辑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一般物料：净数量必须 &gt; 0。</a:t>
            </a:r>
            <a:br/>
            <a:r>
              <a:t>• **特例**：组件代码末尾为 **FL / FLD** 或包含连续 **RR** 时，净数量**必须为负数** (如退料)。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91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4. 废品率与生产周期限制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表三废品率：禁止输入负数。</a:t>
            </a:r>
            <a:br/>
            <a:r>
              <a:t>• 表四生产周期：必须 &gt; 0。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0292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5. 表五数值范围与逻辑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SPM、理论重量：必须 &gt; 0。</a:t>
            </a:r>
            <a:br/>
            <a:r>
              <a:t>• 回料百分比：必须在 0~100 之间。</a:t>
            </a:r>
            <a:br/>
            <a:r>
              <a:t>• 模穴数：必须是正整数。</a:t>
            </a:r>
            <a:br/>
            <a:r>
              <a:t>• **重量约束**：产品塑胶重量 不能超过 产品理论重量。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436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6. 表二关联校验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若填写了「业务伙伴物料代码」，则「客户代码」必须同时填写。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8580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949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7. 表三结构组合唯一性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BOM 结构中，「工程物料」与「组件」的配对该表中必须是唯一的，防止重复粘贴导致冗余。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77724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78638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8. 外协/X类物料免填规则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表二：物料名称含「外协」或物料号尾X → 保质期/呆滞期免填。</a:t>
            </a:r>
            <a:br/>
            <a:r>
              <a:t>• 表四：制造物料含「外协」或尾X → 机器免填。</a:t>
            </a:r>
            <a:br/>
            <a:r>
              <a:t>• 表五：物料尾X → 产品理论重量免填。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8686800"/>
            <a:ext cx="11247120" cy="86868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8778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9. 表四外协工艺与T4任务绑定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工艺流程说明含「外协」 ⇔ 任务前两位必须为 T4。</a:t>
            </a:r>
            <a:br/>
            <a:r>
              <a:t>• 仅满足一方而另一方不满足时均报错。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